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0" r:id="rId4"/>
    <p:sldId id="263" r:id="rId5"/>
    <p:sldId id="264" r:id="rId6"/>
    <p:sldId id="265" r:id="rId7"/>
    <p:sldId id="266" r:id="rId8"/>
    <p:sldId id="267" r:id="rId9"/>
    <p:sldId id="262" r:id="rId10"/>
    <p:sldId id="256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BB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43" y="2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C719-F709-1734-C23C-A6799961C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2D015-9F4A-6E77-7057-D66546AC7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10C6-6759-316C-9A72-CBB0E50D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32269-2A03-490D-8A74-0CB36FBB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1103B-A38D-4856-EB08-6DC57ED8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1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973A-6565-7CA8-32E0-F1656C47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81A5-480D-13E7-45E0-6FAA937D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5278-BAA5-87F9-F6F7-D8255F89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1E447-591C-ACAF-F6C5-0BF5BAC7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7BB5F-6B27-A57F-46E2-1040A8D3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2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9562-E8C8-72F0-4E26-3FD77481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04E08-6395-39BE-DAB3-2A499E152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F399F-BE26-3B3B-C738-6851DAFC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C0FE6-B962-68DF-E7D6-9F7745C7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7088-A4F1-BC50-3AEB-36D2D429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78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36EB-E0B2-9608-6A11-C68B310B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3D0BC-66DD-0E91-4FB1-881A17DC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44AFD-8BE3-4D3F-89E2-6F458FA29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FAEF7-5953-B446-D4F4-9E0A3520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36195-9F5A-1A50-395C-CB9AD1D8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F4E84-045F-5B0C-D91A-54C2EEA1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8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B69E-38C9-0E9A-24E6-AA4C855F9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42D70-78CF-1AE7-3818-E1E865CB5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58B47-5B58-E9CE-9BB0-9BC778C86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430C0-C936-A220-5226-1B091A8175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DF47A-FED8-B46A-27F6-760DF154C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017D0-0A95-6FE2-E3E9-4CC448BB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CFEDF-E1F1-1BF5-4285-9A1DEEF3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4D0E6-F5BB-2E82-A92D-CAD377FF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3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A040-F7D8-A93D-5F40-B531617E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74E022-6BE8-AF2E-7CDD-DBB5DF5C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921F0-EC4E-60E8-D302-EF00F6F5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7ADEB-0F50-9E39-520D-8AF76B4D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CDC91-9D38-8CFC-1631-F60DD336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545F4C-03F7-4C8A-C4CD-D74DB913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B2FFE-5161-AC87-E058-762F6D80F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FCFD-037A-F7F3-F7EF-96CFDE1A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9E6C-1456-CD71-3A10-8BB2E3319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81E35-F9D2-3F4D-3DDD-E16B722E6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15C94-1794-7BB2-B47D-A84D4C2F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D6570-D7BB-E5C9-7764-DA9E58BF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9BE3B-971D-BB6B-C64C-B83FA067F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0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25E7-0F01-2D10-4306-07D3D340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1B91-5AA1-1382-AB6D-66D07F1D2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20C80-8F28-7952-8857-FFC389618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5E22C-8CE8-C107-B764-03B941C0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D615A-14A3-4D08-D29A-24FBA9E7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A66F5-B527-1F14-7B5A-C0FE515A3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1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5EB6-B18B-43C3-4269-381B7059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6A2D3-5E23-21EB-C110-A9E5A434D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F668-87A9-5CF7-79B0-3263889F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7391-3AA9-E1F5-9423-58AE50AE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F1AB1-62B6-06BC-0812-20368832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5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15A9A-8455-BBC7-E431-110350992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1A4D3-63B9-BBEC-3366-DCD0EBFE8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CC056-7C86-66E9-4771-05BF643D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EB0A0-1EC3-82A2-295D-C9AB54E9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14338-7EE4-D6AD-8945-62CEE391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8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280A4-EB31-AAE0-6CAB-9564C9E9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7D898-35C6-1E61-03E4-B193970FE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12679-C005-0680-12C2-434C83C03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F0B20-B74F-4784-BF25-95DA0A93A86E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3A7C-4979-B3F5-A08B-A7AD236D3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C2990-803E-558A-D290-AC70A2EA8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4F3CD-B4C5-43EE-92B7-9652F9165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loveimg.com/resize-image/resize-p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0847-7D95-BF3C-2107-AB411068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C56BE3-E8DA-BCC2-0B6E-A48F264A1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079" y="785685"/>
            <a:ext cx="9144000" cy="573234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The size of instruction .</a:t>
            </a:r>
            <a:r>
              <a:rPr lang="en-US" dirty="0" err="1"/>
              <a:t>pngs</a:t>
            </a:r>
            <a:r>
              <a:rPr lang="en-US" dirty="0"/>
              <a:t> is 1280x800</a:t>
            </a:r>
          </a:p>
          <a:p>
            <a:pPr algn="l"/>
            <a:endParaRPr lang="en-US" dirty="0"/>
          </a:p>
          <a:p>
            <a:pPr algn="l"/>
            <a:r>
              <a:rPr lang="en-US"/>
              <a:t>Size of fix</a:t>
            </a:r>
            <a:r>
              <a:rPr lang="en-US" dirty="0"/>
              <a:t>, BSL, cues 1920x1200</a:t>
            </a:r>
          </a:p>
        </p:txBody>
      </p:sp>
    </p:spTree>
    <p:extLst>
      <p:ext uri="{BB962C8B-B14F-4D97-AF65-F5344CB8AC3E}">
        <p14:creationId xmlns:p14="http://schemas.microsoft.com/office/powerpoint/2010/main" val="433233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334D97-629B-4A94-497C-E3FF991ADA8C}"/>
              </a:ext>
            </a:extLst>
          </p:cNvPr>
          <p:cNvSpPr txBox="1"/>
          <p:nvPr/>
        </p:nvSpPr>
        <p:spPr>
          <a:xfrm>
            <a:off x="11287125" y="4914941"/>
            <a:ext cx="9048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&lt;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781F7CD7-0816-0EAB-39AA-428F965377CC}"/>
              </a:ext>
            </a:extLst>
          </p:cNvPr>
          <p:cNvSpPr/>
          <p:nvPr/>
        </p:nvSpPr>
        <p:spPr>
          <a:xfrm flipH="1">
            <a:off x="1463038" y="1256275"/>
            <a:ext cx="475490" cy="417077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315940-9137-E798-BC82-30206E5F1F42}"/>
              </a:ext>
            </a:extLst>
          </p:cNvPr>
          <p:cNvGrpSpPr/>
          <p:nvPr/>
        </p:nvGrpSpPr>
        <p:grpSpPr>
          <a:xfrm>
            <a:off x="9759301" y="6342595"/>
            <a:ext cx="384813" cy="371797"/>
            <a:chOff x="5407338" y="3801665"/>
            <a:chExt cx="384813" cy="37179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375DB9D-E275-554F-3949-0D8BE9D049E3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A9AC27B-B213-D94E-EF4C-14D12823388B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06BE499-3307-987F-4A2E-1FBAE26A30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1531150-7E1C-71FA-E7FD-511868B2EB24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29D2CF-74BA-D1E8-AFDD-4F3B0805752C}"/>
              </a:ext>
            </a:extLst>
          </p:cNvPr>
          <p:cNvGrpSpPr/>
          <p:nvPr/>
        </p:nvGrpSpPr>
        <p:grpSpPr>
          <a:xfrm>
            <a:off x="10725125" y="6342595"/>
            <a:ext cx="384813" cy="371797"/>
            <a:chOff x="5407338" y="3801665"/>
            <a:chExt cx="384813" cy="37179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5C76541-783F-8B3A-0A41-7E275540D8CC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812B23D-263D-F637-8CAE-41341E544FE0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7855616-E3B5-FAA3-BCA1-DA0D29B4D2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C0ECF15B-D9D4-0773-5667-BC63E0B74BF9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D2D8FB32-68D1-B6C9-3F67-1FF4EC95178D}"/>
              </a:ext>
            </a:extLst>
          </p:cNvPr>
          <p:cNvSpPr txBox="1">
            <a:spLocks/>
          </p:cNvSpPr>
          <p:nvPr/>
        </p:nvSpPr>
        <p:spPr>
          <a:xfrm>
            <a:off x="4272549" y="1256275"/>
            <a:ext cx="9144000" cy="36586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save it, go to the slide, select all</a:t>
            </a:r>
          </a:p>
          <a:p>
            <a:r>
              <a:rPr lang="en-US" dirty="0"/>
              <a:t>Then save as picture</a:t>
            </a:r>
          </a:p>
          <a:p>
            <a:endParaRPr lang="en-US" dirty="0"/>
          </a:p>
          <a:p>
            <a:r>
              <a:rPr lang="en-US" dirty="0"/>
              <a:t>Then go to </a:t>
            </a:r>
            <a:r>
              <a:rPr lang="en-US" dirty="0">
                <a:hlinkClick r:id="rId2"/>
              </a:rPr>
              <a:t>https://www.iloveimg.com/resize-image/resize-png</a:t>
            </a:r>
            <a:r>
              <a:rPr lang="en-US" dirty="0"/>
              <a:t> </a:t>
            </a:r>
          </a:p>
          <a:p>
            <a:r>
              <a:rPr lang="en-US" dirty="0"/>
              <a:t>For resizing the pic. </a:t>
            </a:r>
            <a:r>
              <a:rPr lang="en-US"/>
              <a:t>Select pixels:</a:t>
            </a:r>
            <a:br>
              <a:rPr lang="en-US"/>
            </a:br>
            <a:r>
              <a:rPr lang="en-US"/>
              <a:t>1920 </a:t>
            </a:r>
            <a:br>
              <a:rPr lang="en-US"/>
            </a:br>
            <a:r>
              <a:rPr lang="en-US"/>
              <a:t>1200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66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D0C7-C01E-8490-2409-44D8574E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BE20-9E5B-0C56-F26F-CCA8197D2D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8AF66-A768-5275-DC9A-AF949FE0A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EF493-76FE-ECF9-FE70-E9F8669EC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3CE0A90-6483-1059-232E-ECB2D1709A8E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47C56434-9A2A-41B0-AF0D-2A067F41165E}"/>
              </a:ext>
            </a:extLst>
          </p:cNvPr>
          <p:cNvSpPr/>
          <p:nvPr/>
        </p:nvSpPr>
        <p:spPr>
          <a:xfrm flipH="1">
            <a:off x="5907785" y="3291839"/>
            <a:ext cx="258700" cy="274262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5B7C839-531B-EEF3-9594-06A69D0996B3}"/>
              </a:ext>
            </a:extLst>
          </p:cNvPr>
          <p:cNvSpPr/>
          <p:nvPr/>
        </p:nvSpPr>
        <p:spPr>
          <a:xfrm>
            <a:off x="6029070" y="3291869"/>
            <a:ext cx="258700" cy="274262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38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F52E-E772-F166-9139-1B5A4D04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BFA1-E1D1-33A4-4A43-F887EA642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BCC70-3385-50AD-30BF-78B96799A8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BCA6D-91FA-D391-789E-7A30525FB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5F5ACAD-1374-4D0F-9409-68CE531FE78C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1AA73F4A-1AFD-80FF-B0BB-86917FBBAA2A}"/>
              </a:ext>
            </a:extLst>
          </p:cNvPr>
          <p:cNvSpPr/>
          <p:nvPr/>
        </p:nvSpPr>
        <p:spPr>
          <a:xfrm>
            <a:off x="6029070" y="3291869"/>
            <a:ext cx="258700" cy="274262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97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0E716-B0AD-704D-D776-6ED79E4D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690C-1B8A-B1CF-0DA6-FAF7188F0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D77CF-3D80-54C8-7B8D-8F99AE5329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68A61-5973-EAB5-8631-2C1F78281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2A0C23F6-24D5-F7DF-68D9-16F6EF3BFE35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3B310456-E66E-5825-1801-AF4ABFD205BF}"/>
              </a:ext>
            </a:extLst>
          </p:cNvPr>
          <p:cNvSpPr/>
          <p:nvPr/>
        </p:nvSpPr>
        <p:spPr>
          <a:xfrm flipH="1">
            <a:off x="5907785" y="3291839"/>
            <a:ext cx="258700" cy="274262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465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AB29-C55C-582D-24D9-59BE15D2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D380B3-3440-ACC4-890A-5CC47960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5903" y="5202238"/>
            <a:ext cx="9144000" cy="1655762"/>
          </a:xfrm>
        </p:spPr>
        <p:txBody>
          <a:bodyPr/>
          <a:lstStyle/>
          <a:p>
            <a:r>
              <a:rPr lang="en-US" dirty="0"/>
              <a:t>Instructions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A9FBF2-8CE6-ED01-2BD9-43053BAAA698}"/>
              </a:ext>
            </a:extLst>
          </p:cNvPr>
          <p:cNvSpPr/>
          <p:nvPr/>
        </p:nvSpPr>
        <p:spPr>
          <a:xfrm>
            <a:off x="5793232" y="3153156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DAC1AC61-C84C-AF2B-D610-1420C500A5B6}"/>
              </a:ext>
            </a:extLst>
          </p:cNvPr>
          <p:cNvSpPr/>
          <p:nvPr/>
        </p:nvSpPr>
        <p:spPr>
          <a:xfrm flipH="1">
            <a:off x="5907785" y="3291839"/>
            <a:ext cx="258700" cy="274262"/>
          </a:xfrm>
          <a:prstGeom prst="chevron">
            <a:avLst>
              <a:gd name="adj" fmla="val 86957"/>
            </a:avLst>
          </a:prstGeom>
          <a:ln w="57150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43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E9D7-EB6C-4A0B-2D0B-A85B6673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C2EB3F2-6167-7C5D-9247-F0A31418E399}"/>
              </a:ext>
            </a:extLst>
          </p:cNvPr>
          <p:cNvGrpSpPr/>
          <p:nvPr/>
        </p:nvGrpSpPr>
        <p:grpSpPr>
          <a:xfrm>
            <a:off x="609600" y="0"/>
            <a:ext cx="10972800" cy="6858000"/>
            <a:chOff x="609600" y="0"/>
            <a:chExt cx="10972800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F77BBC-9097-9919-E697-AE007CCF4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0"/>
              <a:ext cx="10972800" cy="6858000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69CC41-7576-13F9-1C04-B8E040415CCC}"/>
                </a:ext>
              </a:extLst>
            </p:cNvPr>
            <p:cNvSpPr/>
            <p:nvPr/>
          </p:nvSpPr>
          <p:spPr>
            <a:xfrm>
              <a:off x="3935222" y="4933062"/>
              <a:ext cx="234823" cy="235203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&lt;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BDA786-C9E3-7162-1823-D289B39B19D3}"/>
                </a:ext>
              </a:extLst>
            </p:cNvPr>
            <p:cNvSpPr/>
            <p:nvPr/>
          </p:nvSpPr>
          <p:spPr>
            <a:xfrm rot="10800000" flipH="1">
              <a:off x="7785227" y="4929887"/>
              <a:ext cx="234823" cy="235203"/>
            </a:xfrm>
            <a:prstGeom prst="ellipse">
              <a:avLst/>
            </a:prstGeom>
            <a:solidFill>
              <a:srgbClr val="BBBB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&lt;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441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D810E5A-E7C8-83DB-43C5-0AACCC7676A1}"/>
              </a:ext>
            </a:extLst>
          </p:cNvPr>
          <p:cNvGrpSpPr/>
          <p:nvPr/>
        </p:nvGrpSpPr>
        <p:grpSpPr>
          <a:xfrm>
            <a:off x="609600" y="0"/>
            <a:ext cx="10972800" cy="6858000"/>
            <a:chOff x="609600" y="0"/>
            <a:chExt cx="109728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BC31AC-ADAC-95D1-2300-9A3B11289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0"/>
              <a:ext cx="10972800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643231-B8F2-0691-8C0A-669D7CFCD3CE}"/>
                </a:ext>
              </a:extLst>
            </p:cNvPr>
            <p:cNvSpPr/>
            <p:nvPr/>
          </p:nvSpPr>
          <p:spPr>
            <a:xfrm>
              <a:off x="1417320" y="1508760"/>
              <a:ext cx="1310640" cy="132969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C1636D-17D6-B5BE-8A62-F2E6A249E150}"/>
                </a:ext>
              </a:extLst>
            </p:cNvPr>
            <p:cNvSpPr/>
            <p:nvPr/>
          </p:nvSpPr>
          <p:spPr>
            <a:xfrm>
              <a:off x="9258300" y="1249680"/>
              <a:ext cx="1158240" cy="1059180"/>
            </a:xfrm>
            <a:prstGeom prst="rect">
              <a:avLst/>
            </a:prstGeom>
            <a:solidFill>
              <a:srgbClr val="AA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725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152B-D5F7-2A13-A5D2-81999121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53A955-EAF2-7990-41EB-5212F1BC0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5903" y="5202238"/>
            <a:ext cx="9144000" cy="1655762"/>
          </a:xfrm>
        </p:spPr>
        <p:txBody>
          <a:bodyPr/>
          <a:lstStyle/>
          <a:p>
            <a:r>
              <a:rPr lang="en-US" dirty="0"/>
              <a:t>Other versions</a:t>
            </a:r>
          </a:p>
        </p:txBody>
      </p:sp>
    </p:spTree>
    <p:extLst>
      <p:ext uri="{BB962C8B-B14F-4D97-AF65-F5344CB8AC3E}">
        <p14:creationId xmlns:p14="http://schemas.microsoft.com/office/powerpoint/2010/main" val="3341788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06F3-FB73-42B5-CEBA-5056DF9525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92E02-DAAF-A888-53BA-C137841B3E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8B143-8B73-DC89-DFBD-25E343802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80FAAD34-52C1-3580-2FF0-EE424507B66D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F3C35E-D7F1-3C35-9A36-AC3BBFE734CC}"/>
              </a:ext>
            </a:extLst>
          </p:cNvPr>
          <p:cNvGrpSpPr/>
          <p:nvPr/>
        </p:nvGrpSpPr>
        <p:grpSpPr>
          <a:xfrm>
            <a:off x="5869303" y="3243101"/>
            <a:ext cx="384813" cy="371797"/>
            <a:chOff x="5407338" y="3801665"/>
            <a:chExt cx="384813" cy="37179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00718EE-B167-B672-1484-0ECF3C47D035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E073345-B9B8-B4C8-6E2D-38FD84715436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D65EDF4-361B-EAC9-201B-A88809F17B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E8BE5DB0-1C3B-06C3-5723-368C04CDCD5D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95022E-9EB2-51A3-A413-EF5DBF6FAA7F}"/>
              </a:ext>
            </a:extLst>
          </p:cNvPr>
          <p:cNvGrpSpPr/>
          <p:nvPr/>
        </p:nvGrpSpPr>
        <p:grpSpPr>
          <a:xfrm flipH="1">
            <a:off x="5937247" y="3243101"/>
            <a:ext cx="384813" cy="371797"/>
            <a:chOff x="5407338" y="3801665"/>
            <a:chExt cx="384813" cy="37179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43C409A-4159-2F4D-59AE-02D853F4B567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B3D843C-732F-908C-36BD-73AB892605AA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2AAC4FC-7EB0-500F-E884-14DD3580BC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1182ED54-E930-DAFF-0620-D0AE2B3FE788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129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835D3-9219-ED0D-60AC-D1F51057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42DC5-E907-F7E6-7614-CE5B10966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8FFB3-041D-441F-0625-970ECDA3D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D1727-A21D-C4D8-5BA3-A27259863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50516401-AF35-1FF7-50DD-7511AAD5E51E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185BAD-A9D1-7A3D-194D-551BF2C7E1E5}"/>
              </a:ext>
            </a:extLst>
          </p:cNvPr>
          <p:cNvGrpSpPr/>
          <p:nvPr/>
        </p:nvGrpSpPr>
        <p:grpSpPr>
          <a:xfrm>
            <a:off x="5869303" y="3243101"/>
            <a:ext cx="384813" cy="371797"/>
            <a:chOff x="5407338" y="3801665"/>
            <a:chExt cx="384813" cy="37179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A0B9029-4036-CFFB-6DF9-6EA512461141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4E43E74-0A86-B506-9696-9CB2812FA609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AB3C3C6-19D6-9A1A-A24F-29C78461E4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E15CD3D6-3DDF-21F6-47B1-BC7B2CCA4428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09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9A79-E0AB-E991-56CF-E375D63B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7353-A521-12B4-1C2B-7B7EBA44CF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7EC5F-05F2-947C-E311-7792DE5335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CC791-ABAB-A4E5-587C-3EF8B64B6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3F9B08C0-54E5-5F68-8DFF-8769D74E2903}"/>
              </a:ext>
            </a:extLst>
          </p:cNvPr>
          <p:cNvSpPr/>
          <p:nvPr/>
        </p:nvSpPr>
        <p:spPr>
          <a:xfrm>
            <a:off x="5811520" y="3162300"/>
            <a:ext cx="568960" cy="56388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1A7C06A-13C5-DF90-6033-12279B5DA329}"/>
              </a:ext>
            </a:extLst>
          </p:cNvPr>
          <p:cNvGrpSpPr/>
          <p:nvPr/>
        </p:nvGrpSpPr>
        <p:grpSpPr>
          <a:xfrm flipH="1">
            <a:off x="5937247" y="3243101"/>
            <a:ext cx="384813" cy="371797"/>
            <a:chOff x="5407338" y="3801665"/>
            <a:chExt cx="384813" cy="37179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19E6116-5A79-A952-82E1-29F94AE548F2}"/>
                </a:ext>
              </a:extLst>
            </p:cNvPr>
            <p:cNvGrpSpPr/>
            <p:nvPr/>
          </p:nvGrpSpPr>
          <p:grpSpPr>
            <a:xfrm>
              <a:off x="5439725" y="3801665"/>
              <a:ext cx="352426" cy="371797"/>
              <a:chOff x="4865370" y="4168140"/>
              <a:chExt cx="634364" cy="89166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141ADBF-F5DA-3F3D-0891-1AA13F81C4E3}"/>
                  </a:ext>
                </a:extLst>
              </p:cNvPr>
              <p:cNvCxnSpPr/>
              <p:nvPr/>
            </p:nvCxnSpPr>
            <p:spPr>
              <a:xfrm flipH="1">
                <a:off x="4865370" y="4168140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40F6317-C43B-0056-0B70-6C870B78B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65370" y="4606417"/>
                <a:ext cx="634364" cy="453390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3E20739A-2842-1C01-7E87-91CA0FB50CCD}"/>
                </a:ext>
              </a:extLst>
            </p:cNvPr>
            <p:cNvSpPr/>
            <p:nvPr/>
          </p:nvSpPr>
          <p:spPr>
            <a:xfrm flipH="1">
              <a:off x="5407338" y="3966211"/>
              <a:ext cx="54296" cy="45720"/>
            </a:xfrm>
            <a:prstGeom prst="chevron">
              <a:avLst>
                <a:gd name="adj" fmla="val 86957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7203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Johanna Prugger</dc:creator>
  <cp:lastModifiedBy>Johanna Prugger</cp:lastModifiedBy>
  <cp:revision>17</cp:revision>
  <dcterms:created xsi:type="dcterms:W3CDTF">2026-01-20T13:31:38Z</dcterms:created>
  <dcterms:modified xsi:type="dcterms:W3CDTF">2026-02-12T11:20:34Z</dcterms:modified>
</cp:coreProperties>
</file>